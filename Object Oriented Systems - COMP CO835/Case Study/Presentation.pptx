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7" r:id="rId6"/>
    <p:sldId id="258" r:id="rId7"/>
    <p:sldId id="290" r:id="rId8"/>
    <p:sldId id="291" r:id="rId9"/>
    <p:sldId id="292" r:id="rId10"/>
    <p:sldId id="293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559D07-C4A3-4948-B8FE-BEC8DB1C33C8}" v="1" dt="2024-12-05T17:44:39.115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103" d="100"/>
          <a:sy n="103" d="100"/>
        </p:scale>
        <p:origin x="912" y="10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coons" userId="50cb9094eb553464" providerId="LiveId" clId="{C7559D07-C4A3-4948-B8FE-BEC8DB1C33C8}"/>
    <pc:docChg chg="modSld">
      <pc:chgData name="tom coons" userId="50cb9094eb553464" providerId="LiveId" clId="{C7559D07-C4A3-4948-B8FE-BEC8DB1C33C8}" dt="2024-12-05T17:47:41.272" v="41" actId="20577"/>
      <pc:docMkLst>
        <pc:docMk/>
      </pc:docMkLst>
      <pc:sldChg chg="modSp mod">
        <pc:chgData name="tom coons" userId="50cb9094eb553464" providerId="LiveId" clId="{C7559D07-C4A3-4948-B8FE-BEC8DB1C33C8}" dt="2024-12-05T17:47:41.272" v="41" actId="20577"/>
        <pc:sldMkLst>
          <pc:docMk/>
          <pc:sldMk cId="1642425379" sldId="256"/>
        </pc:sldMkLst>
        <pc:spChg chg="mod">
          <ac:chgData name="tom coons" userId="50cb9094eb553464" providerId="LiveId" clId="{C7559D07-C4A3-4948-B8FE-BEC8DB1C33C8}" dt="2024-12-05T17:47:41.272" v="41" actId="20577"/>
          <ac:spMkLst>
            <pc:docMk/>
            <pc:sldMk cId="1642425379" sldId="256"/>
            <ac:spMk id="3" creationId="{3A7C117F-AA11-CDDC-F796-B95AD6C01177}"/>
          </ac:spMkLst>
        </pc:spChg>
      </pc:sldChg>
      <pc:sldChg chg="addSp modSp mod">
        <pc:chgData name="tom coons" userId="50cb9094eb553464" providerId="LiveId" clId="{C7559D07-C4A3-4948-B8FE-BEC8DB1C33C8}" dt="2024-12-05T17:45:05.106" v="25" actId="207"/>
        <pc:sldMkLst>
          <pc:docMk/>
          <pc:sldMk cId="2436493926" sldId="276"/>
        </pc:sldMkLst>
        <pc:spChg chg="add mod">
          <ac:chgData name="tom coons" userId="50cb9094eb553464" providerId="LiveId" clId="{C7559D07-C4A3-4948-B8FE-BEC8DB1C33C8}" dt="2024-12-05T17:45:05.106" v="25" actId="207"/>
          <ac:spMkLst>
            <pc:docMk/>
            <pc:sldMk cId="2436493926" sldId="276"/>
            <ac:spMk id="3" creationId="{6243BAD8-2E34-41BC-4895-BBD92E94A0C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12/5/2024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12/5/2024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6E037-13B6-9B6E-5E4D-783AF298E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DE577-281F-99C4-8CC2-F79D41A28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7D405-1992-F7AF-F4D9-D7D5A1DAB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5370E-AF02-E841-40B5-1E3652340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134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B2067-355A-98D7-BA8E-ADE15E08A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D7FA3-11EE-72ED-A68E-9EA14E12D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CC3AA-3CEE-DF11-733A-6ECEC2F0B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62F87-BF32-A434-BAF5-A4CD9F894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257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24EDA-B108-D8B6-C98F-0FE219A34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EE60F-8D65-5737-634C-23620D95D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D6177-D742-FA49-5226-67CDFA8CF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9FFE-F368-55FA-5FEC-602808BD5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58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12/11/2023</a:t>
            </a:r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12/11/2023</a:t>
            </a:r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12/11/2023</a:t>
            </a:r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12/11/2023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12/11/2023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12/11/2023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12/11/2023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12/11/2023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jo5yB6rEi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Hospital Management System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C117F-AA11-CDDC-F796-B95AD6C01177}"/>
              </a:ext>
            </a:extLst>
          </p:cNvPr>
          <p:cNvSpPr txBox="1"/>
          <p:nvPr/>
        </p:nvSpPr>
        <p:spPr>
          <a:xfrm>
            <a:off x="4714771" y="3545239"/>
            <a:ext cx="6856291" cy="1371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Presented By Thomas </a:t>
            </a:r>
            <a:r>
              <a:rPr lang="en-US" sz="4000">
                <a:solidFill>
                  <a:schemeClr val="bg1"/>
                </a:solidFill>
              </a:rPr>
              <a:t>Coons 000317961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097925"/>
            <a:ext cx="6338887" cy="287107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Project Goals</a:t>
            </a:r>
          </a:p>
          <a:p>
            <a:r>
              <a:rPr lang="en-US" dirty="0"/>
              <a:t>My Contribution</a:t>
            </a:r>
          </a:p>
          <a:p>
            <a:r>
              <a:rPr lang="en-US" dirty="0"/>
              <a:t>Challenges and Solutions</a:t>
            </a:r>
          </a:p>
          <a:p>
            <a:r>
              <a:rPr lang="en-US" dirty="0"/>
              <a:t>Impact on the Overall Project</a:t>
            </a:r>
          </a:p>
          <a:p>
            <a:r>
              <a:rPr lang="en-US" dirty="0"/>
              <a:t>Team Coordination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6594768" cy="5537284"/>
          </a:xfrm>
        </p:spPr>
        <p:txBody>
          <a:bodyPr>
            <a:normAutofit/>
          </a:bodyPr>
          <a:lstStyle/>
          <a:p>
            <a:r>
              <a:rPr lang="en-US" dirty="0"/>
              <a:t>Project Goals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5"/>
            <a:ext cx="6594768" cy="3445329"/>
          </a:xfrm>
        </p:spPr>
        <p:txBody>
          <a:bodyPr>
            <a:normAutofit/>
          </a:bodyPr>
          <a:lstStyle/>
          <a:p>
            <a:r>
              <a:rPr lang="en-US" dirty="0"/>
              <a:t>My Contribution​</a:t>
            </a:r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3A22AD-D138-917E-A3D7-F9C118A24007}"/>
              </a:ext>
            </a:extLst>
          </p:cNvPr>
          <p:cNvSpPr txBox="1"/>
          <p:nvPr/>
        </p:nvSpPr>
        <p:spPr>
          <a:xfrm>
            <a:off x="4833694" y="4141153"/>
            <a:ext cx="569611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3600" dirty="0">
                <a:solidFill>
                  <a:schemeClr val="bg1"/>
                </a:solidFill>
              </a:rPr>
              <a:t>Functional Requirements</a:t>
            </a:r>
          </a:p>
          <a:p>
            <a:pPr marL="285750" indent="-285750">
              <a:buFontTx/>
              <a:buChar char="-"/>
            </a:pPr>
            <a:r>
              <a:rPr lang="en-US" sz="3600" dirty="0">
                <a:solidFill>
                  <a:schemeClr val="bg1"/>
                </a:solidFill>
              </a:rPr>
              <a:t>Use Cases</a:t>
            </a:r>
          </a:p>
          <a:p>
            <a:pPr marL="285750" indent="-285750">
              <a:buFontTx/>
              <a:buChar char="-"/>
            </a:pPr>
            <a:r>
              <a:rPr lang="en-US" sz="3600" dirty="0">
                <a:solidFill>
                  <a:schemeClr val="bg1"/>
                </a:solidFill>
              </a:rPr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DEF08-DBA4-D82E-7C40-7D19A6ACF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C3BB4-B683-D57E-9DF6-756AB0106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6594768" cy="5537284"/>
          </a:xfrm>
        </p:spPr>
        <p:txBody>
          <a:bodyPr>
            <a:normAutofit/>
          </a:bodyPr>
          <a:lstStyle/>
          <a:p>
            <a:r>
              <a:rPr lang="en-US" dirty="0"/>
              <a:t>Challenges and Solutions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5A7B2270-B8C4-D8AE-3C1D-37F6F215A86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3830E26B-5043-9F6F-C4C7-23E0F467F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6C5DEB-4542-9707-3999-60B60135C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847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D83F8-B42D-3E98-4532-4FABAAAA8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EB256-26FB-8DAF-D93C-0035B9A8D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8500" y="1325673"/>
            <a:ext cx="6594768" cy="3445329"/>
          </a:xfrm>
        </p:spPr>
        <p:txBody>
          <a:bodyPr>
            <a:normAutofit/>
          </a:bodyPr>
          <a:lstStyle/>
          <a:p>
            <a:r>
              <a:rPr lang="en-US" dirty="0"/>
              <a:t>Impact on the Overall Project</a:t>
            </a:r>
            <a:br>
              <a:rPr lang="en-US" dirty="0"/>
            </a:br>
            <a:r>
              <a:rPr lang="en-US" dirty="0"/>
              <a:t>​</a:t>
            </a:r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CECDB0B2-A469-F37A-3DC2-F93C6C1A97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073696D-E2AF-6AA7-886A-C8547B7FB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3D17A49-33D1-A80A-6D94-DC436DC00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267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4CE8F-2F8D-39B9-68A0-95E230F35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B6652-ADEA-8BED-ECB1-9AFA39B36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1634" y="1041019"/>
            <a:ext cx="6594768" cy="5537284"/>
          </a:xfrm>
        </p:spPr>
        <p:txBody>
          <a:bodyPr>
            <a:normAutofit/>
          </a:bodyPr>
          <a:lstStyle/>
          <a:p>
            <a:r>
              <a:rPr lang="en-US" dirty="0"/>
              <a:t>Team Coordination</a:t>
            </a:r>
            <a:br>
              <a:rPr lang="en-US" dirty="0"/>
            </a:br>
            <a:endParaRPr lang="en-US" dirty="0"/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4678AE11-1EDD-0472-0873-4074CC81EB2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710CFE8-1FD1-0BBB-9CDC-170B42E1C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76428F2-638E-47BF-0289-63DFDEA6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494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43BAD8-2E34-41BC-4895-BBD92E94A0C1}"/>
              </a:ext>
            </a:extLst>
          </p:cNvPr>
          <p:cNvSpPr txBox="1"/>
          <p:nvPr/>
        </p:nvSpPr>
        <p:spPr>
          <a:xfrm>
            <a:off x="6096000" y="4264090"/>
            <a:ext cx="4767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Link to Presentation: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inherit"/>
                <a:hlinkClick r:id="rId3" tooltip="https://www.youtube.com/watch?v=Tjo5yB6rEi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https://www.youtube.com/watch?v=Tjo5yB6rEig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{57E3E00C-DA12-4365-87CC-E4C36A1C71BA}tf33968143_win32</Template>
  <TotalTime>65</TotalTime>
  <Words>78</Words>
  <Application>Microsoft Office PowerPoint</Application>
  <PresentationFormat>Widescreen</PresentationFormat>
  <Paragraphs>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Avenir Next LT Pro</vt:lpstr>
      <vt:lpstr>Calibri</vt:lpstr>
      <vt:lpstr>inherit</vt:lpstr>
      <vt:lpstr>Custom</vt:lpstr>
      <vt:lpstr>Hospital Management System </vt:lpstr>
      <vt:lpstr>Agenda</vt:lpstr>
      <vt:lpstr>Project Goals</vt:lpstr>
      <vt:lpstr>My Contribution​</vt:lpstr>
      <vt:lpstr>Challenges and Solutions</vt:lpstr>
      <vt:lpstr>Impact on the Overall Project ​</vt:lpstr>
      <vt:lpstr>Team Coordination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coons</dc:creator>
  <cp:lastModifiedBy>tom coons</cp:lastModifiedBy>
  <cp:revision>1</cp:revision>
  <dcterms:created xsi:type="dcterms:W3CDTF">2024-12-04T23:10:02Z</dcterms:created>
  <dcterms:modified xsi:type="dcterms:W3CDTF">2024-12-05T17:47:43Z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